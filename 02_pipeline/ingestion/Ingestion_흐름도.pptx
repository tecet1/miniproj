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128016"/>
            <a:ext cx="173736" cy="512064"/>
          </a:xfrm>
          <a:prstGeom prst="rect">
            <a:avLst/>
          </a:prstGeom>
          <a:solidFill>
            <a:srgbClr val="0071D7"/>
          </a:solidFill>
          <a:ln w="12700">
            <a:solidFill>
              <a:srgbClr val="0071D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30936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 흐름도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8638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 시나리오를 채널별 원본으로 변환한 뒤, 모든 채널이 같은 HTTP 경로로 Event Hubs까지 전달됩니다.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로컬 · 입력 생성 (01_contracts)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전송 · 수신 (02_pipeline/ingestion)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560320" cy="1783080"/>
          </a:xfrm>
          <a:prstGeom prst="roundRect">
            <a:avLst>
              <a:gd name="adj" fmla="val 4103"/>
            </a:avLst>
          </a:prstGeom>
          <a:noFill/>
          <a:ln w="25400">
            <a:solidFill>
              <a:srgbClr val="1769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901952"/>
            <a:ext cx="548640" cy="548640"/>
          </a:xfrm>
          <a:prstGeom prst="rect">
            <a:avLst/>
          </a:prstGeom>
          <a:ln w="12700">
            <a:solidFill>
              <a:srgbClr val="5B9BD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48640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scenarios.json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34640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9개 · 고정 ID와 시각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(skus.json 참조)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0" y="1737360"/>
            <a:ext cx="2560320" cy="1783080"/>
          </a:xfrm>
          <a:prstGeom prst="roundRect">
            <a:avLst>
              <a:gd name="adj" fmla="val 4103"/>
            </a:avLst>
          </a:prstGeom>
          <a:noFill/>
          <a:ln w="25400">
            <a:solidFill>
              <a:srgbClr val="176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901952"/>
            <a:ext cx="548640" cy="548640"/>
          </a:xfrm>
          <a:prstGeom prst="rect">
            <a:avLst/>
          </a:prstGeom>
          <a:ln w="12700">
            <a:solidFill>
              <a:srgbClr val="5B9BD5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297680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834640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채널별 변환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(A: ISO8601 UTC · B: epoch ms · C: KST 문자열)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0" y="1737360"/>
            <a:ext cx="2743200" cy="1783080"/>
          </a:xfrm>
          <a:prstGeom prst="roundRect">
            <a:avLst>
              <a:gd name="adj" fmla="val 4103"/>
            </a:avLst>
          </a:prstGeom>
          <a:noFill/>
          <a:ln w="25400">
            <a:solidFill>
              <a:srgbClr val="1769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1901952"/>
            <a:ext cx="548640" cy="548640"/>
          </a:xfrm>
          <a:prstGeom prst="rect">
            <a:avLst/>
          </a:prstGeom>
          <a:ln w="12700">
            <a:solidFill>
              <a:srgbClr val="5B9BD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046720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events.jsonl (A·B·C)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834640"/>
            <a:ext cx="2560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채널당 24건 · 봉투 형식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{channel, received_at, payload}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0" y="2628900"/>
            <a:ext cx="1188720" cy="0"/>
          </a:xfrm>
          <a:prstGeom prst="line">
            <a:avLst/>
          </a:prstGeom>
          <a:noFill/>
          <a:ln w="22225">
            <a:solidFill>
              <a:srgbClr val="1769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766560" y="2628900"/>
            <a:ext cx="1188720" cy="0"/>
          </a:xfrm>
          <a:prstGeom prst="line">
            <a:avLst/>
          </a:prstGeom>
          <a:noFill/>
          <a:ln w="22225">
            <a:solidFill>
              <a:srgbClr val="1769A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326880" y="3520440"/>
            <a:ext cx="0" cy="0"/>
          </a:xfrm>
          <a:prstGeom prst="line">
            <a:avLst/>
          </a:prstGeom>
          <a:noFill/>
          <a:ln w="22225">
            <a:solidFill>
              <a:srgbClr val="1769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520440"/>
            <a:ext cx="0" cy="914400"/>
          </a:xfrm>
          <a:prstGeom prst="line">
            <a:avLst/>
          </a:prstGeom>
          <a:noFill/>
          <a:ln w="22225">
            <a:solidFill>
              <a:srgbClr val="1769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4434840"/>
            <a:ext cx="-7772400" cy="0"/>
          </a:xfrm>
          <a:prstGeom prst="line">
            <a:avLst/>
          </a:prstGeom>
          <a:noFill/>
          <a:ln w="22225">
            <a:solidFill>
              <a:srgbClr val="1769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14800"/>
            <a:ext cx="2286000" cy="1783080"/>
          </a:xfrm>
          <a:prstGeom prst="roundRect">
            <a:avLst>
              <a:gd name="adj" fmla="val 4103"/>
            </a:avLst>
          </a:prstGeom>
          <a:noFill/>
          <a:ln w="25400">
            <a:solidFill>
              <a:srgbClr val="1769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5880" y="4279392"/>
            <a:ext cx="548640" cy="548640"/>
          </a:xfrm>
          <a:prstGeom prst="rect">
            <a:avLst/>
          </a:prstGeom>
          <a:ln w="12700">
            <a:solidFill>
              <a:srgbClr val="5B9BD5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48640" y="4919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송신기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212080"/>
            <a:ext cx="2103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events.jsonl을 읽어 순서대로 POST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재시도(중복은 Silver에서 제거)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94760" y="4114800"/>
            <a:ext cx="2286000" cy="1783080"/>
          </a:xfrm>
          <a:prstGeom prst="roundRect">
            <a:avLst>
              <a:gd name="adj" fmla="val 4103"/>
            </a:avLst>
          </a:prstGeom>
          <a:noFill/>
          <a:ln w="25400">
            <a:solidFill>
              <a:srgbClr val="1769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4279392"/>
            <a:ext cx="548640" cy="548640"/>
          </a:xfrm>
          <a:prstGeom prst="rect">
            <a:avLst/>
          </a:prstGeom>
          <a:ln w="12700">
            <a:solidFill>
              <a:srgbClr val="5B9BD5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3886200" y="4919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Azure Function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886200" y="5212080"/>
            <a:ext cx="2103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 트리거 · 202 / 400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payload 해석 없이 전달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32320" y="4114800"/>
            <a:ext cx="2011680" cy="1783080"/>
          </a:xfrm>
          <a:prstGeom prst="roundRect">
            <a:avLst>
              <a:gd name="adj" fmla="val 4103"/>
            </a:avLst>
          </a:prstGeom>
          <a:noFill/>
          <a:ln w="25400">
            <a:solidFill>
              <a:srgbClr val="1769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4279392"/>
            <a:ext cx="548640" cy="548640"/>
          </a:xfrm>
          <a:prstGeom prst="rect">
            <a:avLst/>
          </a:prstGeom>
          <a:ln w="12700">
            <a:solidFill>
              <a:srgbClr val="5B9BD5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7223760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Event Hubs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5212080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commerce-events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파티션 키 없음(라운드로빈)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12680" y="4114800"/>
            <a:ext cx="1737360" cy="1783080"/>
          </a:xfrm>
          <a:prstGeom prst="roundRect">
            <a:avLst>
              <a:gd name="adj" fmla="val 4211"/>
            </a:avLst>
          </a:prstGeom>
          <a:noFill/>
          <a:ln w="25400">
            <a:solidFill>
              <a:srgbClr val="1769AA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0607040" y="4279392"/>
            <a:ext cx="548640" cy="548640"/>
          </a:xfrm>
          <a:prstGeom prst="rect">
            <a:avLst/>
          </a:prstGeom>
          <a:ln w="12700">
            <a:solidFill>
              <a:srgbClr val="5B9BD5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10104120" y="4919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Bronze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104120" y="5212080"/>
            <a:ext cx="1554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Event Hubs → Bronze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단계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0" y="5006340"/>
            <a:ext cx="1051560" cy="0"/>
          </a:xfrm>
          <a:prstGeom prst="line">
            <a:avLst/>
          </a:prstGeom>
          <a:noFill/>
          <a:ln w="22225">
            <a:solidFill>
              <a:srgbClr val="1769A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080760" y="5006340"/>
            <a:ext cx="1051560" cy="0"/>
          </a:xfrm>
          <a:prstGeom prst="line">
            <a:avLst/>
          </a:prstGeom>
          <a:noFill/>
          <a:ln w="22225">
            <a:solidFill>
              <a:srgbClr val="1769A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144000" y="5006340"/>
            <a:ext cx="868680" cy="0"/>
          </a:xfrm>
          <a:prstGeom prst="line">
            <a:avLst/>
          </a:prstGeom>
          <a:noFill/>
          <a:ln w="22225">
            <a:solidFill>
              <a:srgbClr val="1769AA"/>
            </a:solidFill>
            <a:prstDash val="dash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2697480" y="45034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 POST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/api/events/{channel}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45034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Managed Identity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(Data Sender)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600200" y="4434840"/>
            <a:ext cx="0" cy="-320040"/>
          </a:xfrm>
          <a:prstGeom prst="line">
            <a:avLst/>
          </a:prstGeom>
          <a:noFill/>
          <a:ln w="22225">
            <a:solidFill>
              <a:srgbClr val="1769AA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1691640" y="4480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3C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9B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 정사각형 = 아이콘 자리  ·  점선 박스 = 후속 단계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2026-10-11T20:50:43Z</dcterms:created>
  <dcterms:modified xsi:type="dcterms:W3CDTF">2026-10-11T20:50:43Z</dcterms:modified>
</cp:coreProperties>
</file>